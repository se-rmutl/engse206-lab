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debbbe695493f" /><Relationship Type="http://schemas.openxmlformats.org/officeDocument/2006/relationships/extended-properties" Target="/docProps/app.xml" Id="Rbf3917d3768047bc" /><Relationship Type="http://schemas.openxmlformats.org/officeDocument/2006/relationships/officeDocument" Target="/ppt/presentation.xml" Id="R42a985aa867d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e9594b2ee4d66"/>
  </p:sldMasterIdLst>
  <p:notesMasterIdLst>
    <p:notesMasterId xmlns:r="http://schemas.openxmlformats.org/officeDocument/2006/relationships" r:id="Rd90da0db8bd54026"/>
  </p:notesMasterIdLst>
  <p:sldIdLst>
    <p:sldId xmlns:r="http://schemas.openxmlformats.org/officeDocument/2006/relationships" id="256" r:id="R869028b442ea4044"/>
    <p:sldId xmlns:r="http://schemas.openxmlformats.org/officeDocument/2006/relationships" id="257" r:id="R38249a292b7140d1"/>
    <p:sldId xmlns:r="http://schemas.openxmlformats.org/officeDocument/2006/relationships" id="258" r:id="Rc5eb97fa30464304"/>
    <p:sldId xmlns:r="http://schemas.openxmlformats.org/officeDocument/2006/relationships" id="259" r:id="R9d604bd25f564176"/>
    <p:sldId xmlns:r="http://schemas.openxmlformats.org/officeDocument/2006/relationships" id="260" r:id="R5a124c82dfd6451e"/>
    <p:sldId xmlns:r="http://schemas.openxmlformats.org/officeDocument/2006/relationships" id="261" r:id="Ra4e9941974f74b4a"/>
    <p:sldId xmlns:r="http://schemas.openxmlformats.org/officeDocument/2006/relationships" id="262" r:id="Rc008e9a8a79140cc"/>
    <p:sldId xmlns:r="http://schemas.openxmlformats.org/officeDocument/2006/relationships" id="263" r:id="R95833a8c523b4f0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512df8c29400f" /><Relationship Type="http://schemas.openxmlformats.org/officeDocument/2006/relationships/slideMaster" Target="/ppt/slideMasters/slideMaster1.xml" Id="R1dae9594b2ee4d66" /><Relationship Type="http://schemas.openxmlformats.org/officeDocument/2006/relationships/notesMaster" Target="/ppt/notesMasters/notesMaster1.xml" Id="Rd90da0db8bd54026" /><Relationship Type="http://schemas.openxmlformats.org/officeDocument/2006/relationships/presProps" Target="/ppt/presProps.xml" Id="R359a928390064cc3" /><Relationship Type="http://schemas.openxmlformats.org/officeDocument/2006/relationships/tableStyles" Target="/ppt/tableStyles.xml" Id="R2e3c0a5ad11449af" /><Relationship Type="http://schemas.openxmlformats.org/officeDocument/2006/relationships/slide" Target="/ppt/slides/slide1.xml" Id="R869028b442ea4044" /><Relationship Type="http://schemas.openxmlformats.org/officeDocument/2006/relationships/slide" Target="/ppt/slides/slide2.xml" Id="R38249a292b7140d1" /><Relationship Type="http://schemas.openxmlformats.org/officeDocument/2006/relationships/slide" Target="/ppt/slides/slide3.xml" Id="Rc5eb97fa30464304" /><Relationship Type="http://schemas.openxmlformats.org/officeDocument/2006/relationships/slide" Target="/ppt/slides/slide4.xml" Id="R9d604bd25f564176" /><Relationship Type="http://schemas.openxmlformats.org/officeDocument/2006/relationships/slide" Target="/ppt/slides/slide5.xml" Id="R5a124c82dfd6451e" /><Relationship Type="http://schemas.openxmlformats.org/officeDocument/2006/relationships/slide" Target="/ppt/slides/slide6.xml" Id="Ra4e9941974f74b4a" /><Relationship Type="http://schemas.openxmlformats.org/officeDocument/2006/relationships/slide" Target="/ppt/slides/slide7.xml" Id="Rc008e9a8a79140cc" /><Relationship Type="http://schemas.openxmlformats.org/officeDocument/2006/relationships/slide" Target="/ppt/slides/slide8.xml" Id="R95833a8c523b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3eb93b8d32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9617bed0e04dad" /><Relationship Type="http://schemas.openxmlformats.org/officeDocument/2006/relationships/notesMaster" Target="/ppt/notesMasters/notesMaster1.xml" Id="R583a869d2609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e1d46776d24817" /><Relationship Type="http://schemas.openxmlformats.org/officeDocument/2006/relationships/notesMaster" Target="/ppt/notesMasters/notesMaster1.xml" Id="R2946a8d3cde94b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a152e6e484505" /><Relationship Type="http://schemas.openxmlformats.org/officeDocument/2006/relationships/notesMaster" Target="/ppt/notesMasters/notesMaster1.xml" Id="R975c80c4eeba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720eec0044945" /><Relationship Type="http://schemas.openxmlformats.org/officeDocument/2006/relationships/notesMaster" Target="/ppt/notesMasters/notesMaster1.xml" Id="Rbed4d55f0821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792000cea4edf" /><Relationship Type="http://schemas.openxmlformats.org/officeDocument/2006/relationships/notesMaster" Target="/ppt/notesMasters/notesMaster1.xml" Id="Ra6871b0f754b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2c1751543b4a77" /><Relationship Type="http://schemas.openxmlformats.org/officeDocument/2006/relationships/notesMaster" Target="/ppt/notesMasters/notesMaster1.xml" Id="R990cdb29a4b947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f0949bf6fb4960" /><Relationship Type="http://schemas.openxmlformats.org/officeDocument/2006/relationships/notesMaster" Target="/ppt/notesMasters/notesMaster1.xml" Id="Rbf50ad6150d6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82f477d024254" /><Relationship Type="http://schemas.openxmlformats.org/officeDocument/2006/relationships/notesMaster" Target="/ppt/notesMasters/notesMaster1.xml" Id="Rdc2d13fd48f7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7228a4cc0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d34c48f4e439f" /><Relationship Type="http://schemas.openxmlformats.org/officeDocument/2006/relationships/slideLayout" Target="/ppt/slideLayouts/slideLayout1.xml" Id="R51e59228a4f443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59228a4f443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5f37a13c449b" /><Relationship Type="http://schemas.openxmlformats.org/officeDocument/2006/relationships/notesSlide" Target="/ppt/notesSlides/notesSlide1.xml" Id="Ra7528f51c2c840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3a0e96e9f4eba" /><Relationship Type="http://schemas.openxmlformats.org/officeDocument/2006/relationships/notesSlide" Target="/ppt/notesSlides/notesSlide2.xml" Id="R2776284ab59c4b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7ac6570742a5" /><Relationship Type="http://schemas.openxmlformats.org/officeDocument/2006/relationships/notesSlide" Target="/ppt/notesSlides/notesSlide3.xml" Id="R51c3c3868451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4498f819e4626" /><Relationship Type="http://schemas.openxmlformats.org/officeDocument/2006/relationships/notesSlide" Target="/ppt/notesSlides/notesSlide4.xml" Id="R4939f5e55dff4d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7c92346724736" /><Relationship Type="http://schemas.openxmlformats.org/officeDocument/2006/relationships/notesSlide" Target="/ppt/notesSlides/notesSlide5.xml" Id="R8722f37d08c749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f519df5f647a8" /><Relationship Type="http://schemas.openxmlformats.org/officeDocument/2006/relationships/notesSlide" Target="/ppt/notesSlides/notesSlide6.xml" Id="R7dbeb1f3ecae4d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c5bf40fe2434a" /><Relationship Type="http://schemas.openxmlformats.org/officeDocument/2006/relationships/notesSlide" Target="/ppt/notesSlides/notesSlide7.xml" Id="R9709cf51fbfe43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9ce587d794dbc" /><Relationship Type="http://schemas.openxmlformats.org/officeDocument/2006/relationships/notesSlide" Target="/ppt/notesSlides/notesSlide8.xml" Id="R7483b615e05540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4F6B7-92EB-44A5-A04C-2E249B0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43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F94A-9948-4FA6-948F-661EBE5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E6F76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0">
                <a:solidFill>
                  <a:srgbClr val="0E6F76"/>
                </a:solidFill>
                <a:latin typeface="Noto Sans Thai"/>
                <a:ea typeface="Noto Sans Thai"/>
                <a:cs typeface="Noto Sans Thai"/>
              </a:rPr>
              <a:t>Requirement Analysis, Classification and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E524E-BD44-4554-ADE4-E1F0D1A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714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E0DDC-D4D2-4F3A-A6EC-AC434A6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575CB-BFE6-499D-9995-7842B127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Week04</a:t>
            </a:r>
          </a:p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Evidence -&gt; Need -&gt; 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B9C6-D980-4079-AF34-221DC99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05B8F-1661-4847-9E69-FC283F40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3714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FEDC9-6362-44B7-8F5C-A83CC9B8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65AB7-D94E-4E6E-9C1A-2152540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Classify</a:t>
            </a:r>
          </a:p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Prioritize</a:t>
            </a:r>
          </a:p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Backlog v0.1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878E3-9569-49A5-9F40-0088883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570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3DA24-E6FD-4E4B-8253-DB7FE209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3714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C448-EED1-4315-A7C7-BFBCEEF3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861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830B7-5CA6-4729-A58F-513F961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76650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Ready for</a:t>
            </a:r>
          </a:p>
          <a:p xmlns:a="http://schemas.openxmlformats.org/drawingml/2006/main">
            <a:pPr algn="ctr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Week06 Model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787B3-5E96-4945-8A5E-23C74262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00800"/>
            <a:ext cx="1257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คำถามหลัก: Requirement ใดสำคัญ อยู่ประเภทใด และควรทำก่อน-หลังอย่างไร</a:t>
            </a:r>
          </a:p>
        </p:txBody>
      </p:sp>
    </p:spTree>
    <p:extLst>
      <p:ext uri="{BB962C8B-B14F-4D97-AF65-F5344CB8AC3E}">
        <p14:creationId xmlns:p14="http://schemas.microsoft.com/office/powerpoint/2010/main" val="1461642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37AC7-4E98-4EEA-B4B9-45DB6B9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Week05 อยู่ตรงกลางระหว่าง Evidence และ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61A28-CD85-4000-9855-8B0584C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E95AD-4FB0-45F0-9AAD-3B8512C7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F93FD-DFDC-4608-841A-1A91CDD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146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E3C0-62F4-4098-804A-19C4BF96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051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Evidence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Need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B89A2-6363-4212-8CF7-343704C0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5755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777C7-056B-49FA-9756-8378B50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86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5E31F-44A4-4E1E-A950-F09C63C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146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4E112-F871-40EE-A53D-718A1BD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051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Type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Priority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Backlog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C3FE6-8575-4602-A73F-201BE7E9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5755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D7975-FF4C-4AEA-8359-689FB58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DF835-0903-4A32-AB66-4C96EB1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146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50491-AA44-478F-BC33-D0A6AA47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051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Story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Use Case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3DDAB-8BDF-4913-B2F1-5229BB03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25755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6018A-49A1-4F97-89DA-D7F33713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E0D2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D9B14-5A32-407D-B0ED-F6B0446C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5146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E3D10-1818-49C6-9D80-B6F2108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051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SRS 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D23CD-75D4-472A-8CE1-60F4AC2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25755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AB1EB-F48C-4219-86A4-1D80DAF8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2286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D9F6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44659-2F3E-4B97-B462-6F4F66B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25146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5C539-6032-4970-9230-5499838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105150"/>
            <a:ext cx="1847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Validate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Trace</a:t>
            </a:r>
          </a:p>
          <a:p xmlns:a="http://schemas.openxmlformats.org/drawingml/2006/main">
            <a:pPr algn="ctr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AABE6-E690-451F-B8D4-28103F1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1266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Week05 ยังไม่ใช่ SRS และยังไม่ใช่ Design แต่เป็นจุดทำให้ candidate กลายเป็นรายการ requirement ที่ตรวจสอบได้</a:t>
            </a:r>
          </a:p>
        </p:txBody>
      </p:sp>
    </p:spTree>
    <p:extLst>
      <p:ext uri="{BB962C8B-B14F-4D97-AF65-F5344CB8AC3E}">
        <p14:creationId xmlns:p14="http://schemas.microsoft.com/office/powerpoint/2010/main" val="28295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8F36C-B418-4726-874B-3E49B4E7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Requirement Type ทำให้รู้ว่าจะตรวจและ model อย่างไร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30EB-58D1-4F56-BC6A-78556BF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F314A-1E7C-44FC-A3F2-7139920F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25C0E-12E5-448D-8A0C-6665CDE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Functional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3845C-EA3A-449A-9C9A-E302C8AB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ระบบทำอะไร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ให้ใคร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1A241-B2BD-433E-BE60-E352316A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3CDFB-1B63-479B-B626-309DA8F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NFR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C7E41-982C-4DF7-ACFE-4DB2791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คุณภาพ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หรือเงื่อนไขคุณภาพ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C456-2DC6-4D8F-ABDF-9CAB781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FA5D1-3A55-440C-A3AB-6878397C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Business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FDEEA-D16D-454C-8BF1-D8BAABB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กฎการทำงาน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ของ 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E2218-3023-4085-A8F8-9000522F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BE0D2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446F4-95D6-4658-B301-DCA00AE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50B41-B708-499F-957B-3CF987BE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ข้อจำกัดภายนอก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ที่ต้องเคารพ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F3D8D-ADCF-4F9A-9568-5570E441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2476500" cy="2571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D9F6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A7A18-02BC-4CDD-8F83-B3A08C75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Issue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67787-A4E3-41F9-BB47-9DD305C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91465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ยังไม่รู้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หรือยังไม่มีหลักฐาน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EAEB9-88E9-4122-9ABE-46B862E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314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rPr>
              <a:t>หลักคิดในห้อง: ถ้าข้อความยังเป็น proposed solution หรือ policy ที่ยังไม่มีหลักฐาน ให้แยกเป็น Issue/Hold ก่อน</a:t>
            </a:r>
          </a:p>
        </p:txBody>
      </p:sp>
    </p:spTree>
    <p:extLst>
      <p:ext uri="{BB962C8B-B14F-4D97-AF65-F5344CB8AC3E}">
        <p14:creationId xmlns:p14="http://schemas.microsoft.com/office/powerpoint/2010/main" val="161171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ADC41-8B93-4A70-BBE2-45C81F6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Priority ต้องมีเหตุผล ไม่ใช่ความรู้สึก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9298C-3666-4B81-B04C-984CCFE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31CA-9C5A-4128-A6E6-4B5F4A5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7F899-C29C-47C7-918C-37ECC4F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Must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AC913-345C-4555-BE3A-B841897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ขาดไม่ได้ต่อ workflow รุ่นแรก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8A8BC-BAE8-468C-BC93-FB35688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16D7A-2C1C-4244-89B3-C083FD9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Should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45E67-2994-4FBE-AEA1-C907DB8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สำคัญมาก แต่มี workaround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3F600-A7EE-4FEE-B88B-EA2744E3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70C0E-C105-4E57-A57E-DD40F71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Could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4914E-7A47-4F27-A5D0-7EFBAAD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มีคุณค่า แต่เลื่อนได้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EC53F-2F75-4CF9-A271-90C03A0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050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0D2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AD202-D00D-491B-A785-F46157A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1336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Won't yet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D234A-CDEE-4662-A1F8-29D7F755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72415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ยังไม่ทำ หรือหลักฐานยังไม่พอ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F4C05-8E85-4B6E-8758-2A1E925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33ACF-56F2-4B44-9A44-328A53B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86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E7136-11E8-4604-B438-B9196A9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76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ช่วย stakeholder อย่างไร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C8D9E-4D05-403A-9821-D794D7CA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93019-2981-4962-BB23-A77352E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86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6606C-2721-4AD5-9FE8-39BDAE88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76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ถ้าไม่ทำเกิดปัญหาอะไร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A1044-973C-4533-B212-A61F00C7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7A6CC-410A-4551-BC49-1FE27221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Urgency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0329F-1D14-42A9-BF01-7484B0A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76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ต้องใช้เร็วแค่ไหน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76C84-E0F9-4948-9F87-06728C97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04DB5-DC4E-49EA-92ED-66A36385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086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Dependency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91F5D-9F44-4680-94C1-B48FB9C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76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ต้องรอใครหรือระบบใด</a:t>
            </a:r>
          </a:p>
        </p:txBody>
      </p:sp>
    </p:spTree>
    <p:extLst>
      <p:ext uri="{BB962C8B-B14F-4D97-AF65-F5344CB8AC3E}">
        <p14:creationId xmlns:p14="http://schemas.microsoft.com/office/powerpoint/2010/main" val="799466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FEECC-260A-480F-BC70-689B01B3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Backlog v0.1 ต้องตามรอยกลับไป Week04 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5DAE0-B0DC-4137-92A8-151E2567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28B4-0A10-458F-AF0B-17A3A36B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DEC76-4789-4B6F-B783-32F65B2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Req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C9D42-F3E3-4ED5-B462-D941E24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FR-01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58167-51D9-4E19-BE85-2161F0BE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1874-D99F-49BF-B280-10A1402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Source 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F6AC2-6185-43D3-8B7C-6FCF37B5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RC-01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B5144-62CE-44DB-BA38-0928574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1B713-4D99-4EF0-92BD-3947524C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15D02-A888-4102-81C7-B5499CD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E-01 -&gt; N-AVAIL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2CEAC-0D09-4CF0-96E4-2F310C3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3EA24-7A22-4532-9720-B953D8FB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0B714-AD76-44CD-A10E-CF9110C0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Functional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54E63-1767-47B8-B693-D4D4760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CEAC6-038B-459D-8C32-C78A36D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EC0DB-512A-48B5-8FFC-A495DD6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Must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08B90-F2E1-4853-9940-24D515B1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952625"/>
            <a:ext cx="20764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0CD20-2DC4-4A02-9815-9ABC365E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1812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36196-AF3D-4566-8461-B342FB7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7717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Ready / Follow-up / 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61E76-F5A2-4030-91CE-EE2F3EC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Requirement Statement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83C13-EE9B-4D31-866B-94BFFD6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ระบบต้อง...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F68E5-A193-4CCA-9FCC-5451FCD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Rationale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BBC92-541D-4D22-AB57-9DDB75C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value / risk / urgency / dependency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1E4B0-8BEE-4790-B6E5-3ACA879F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29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Week06 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3641B-DDF6-4A29-98D6-096ADB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Use Case / User Story / 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2B141-9C94-4C92-8F0F-F5C94B7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24625"/>
            <a:ext cx="1247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rPr>
              <a:t>Backlog ที่ดีไม่ได้มีแค่ requirement แต่บอกว่าอะไรพร้อมใช้ต่อ และอะไรยังต้องถามต่อ</a:t>
            </a:r>
          </a:p>
        </p:txBody>
      </p:sp>
    </p:spTree>
    <p:extLst>
      <p:ext uri="{BB962C8B-B14F-4D97-AF65-F5344CB8AC3E}">
        <p14:creationId xmlns:p14="http://schemas.microsoft.com/office/powerpoint/2010/main" val="1290836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633D5-CA92-4CDC-825E-88608EB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Worked Example: Campus Resource 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29C43-A72F-4DFA-B7FA-B9D9EE9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45BC4-5017-4240-BF86-E552E16D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95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72CCC-66A3-48F3-95EB-D1E48F4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RC-01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BA081-AADC-4132-AD42-CE498DD9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3562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ค้นหาและดูสถานะ</a:t>
            </a:r>
          </a:p>
          <a:p xmlns:a="http://schemas.openxmlformats.org/drawingml/2006/main">
            <a:pPr algn="ctr">
              <a:def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ห้อง/อุปกรณ์ตามช่วงเวลา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D8892-C5FB-4A05-A7F2-0C5F492C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6700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8F90A-D085-4D19-B7F6-FFA6D7B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3429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E3E54-381A-419B-9D71-CEFD6DD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Analyze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382B7-2D84-4DA5-9754-A33A723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E-01/E-02/E-03</a:t>
            </a:r>
          </a:p>
          <a:p xmlns:a="http://schemas.openxmlformats.org/drawingml/2006/main">
            <a:pPr algn="ctr">
              <a:def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N-AVAIL</a:t>
            </a:r>
          </a:p>
          <a:p xmlns:a="http://schemas.openxmlformats.org/drawingml/2006/main">
            <a:pPr algn="ctr">
              <a:def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Functional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2BE6F-07F0-4EA2-8494-878F7AC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6700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F76"/>
          </a:solidFill>
          <a:ln xmlns:a="http://schemas.openxmlformats.org/drawingml/2006/main" w="0">
            <a:solidFill>
              <a:srgbClr val="0E6F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FDFE0-B875-4656-BA24-B5C9906E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809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D0F7B-08B9-48A8-9DC5-A7AEDC67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0383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Backlog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D996D-CC7B-4BD6-8291-D81B320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28900"/>
            <a:ext cx="2800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FR-SCRB-01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Must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Ready for Week06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4C3C2-DA2E-4796-A107-67A63510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0D2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B7A47-2A95-4666-BB7B-75BC2F5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972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RC-05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BCC02-164F-442F-AD30-6240F1A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010275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No-show/cancellation มี value แต่ policy ยังไม่ชัด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01FA3-C131-4F1B-A4EC-61B18684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D9F6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DA1E3-644C-4179-8A92-35F034D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1972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A0159-EF1B-45EB-AA85-7E3051A8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010275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แยก event record ออกจาก penalty</a:t>
            </a:r>
          </a:p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และ mark policy เป็น Hold</a:t>
            </a:r>
          </a:p>
        </p:txBody>
      </p:sp>
    </p:spTree>
    <p:extLst>
      <p:ext uri="{BB962C8B-B14F-4D97-AF65-F5344CB8AC3E}">
        <p14:creationId xmlns:p14="http://schemas.microsoft.com/office/powerpoint/2010/main" val="414579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F1DB3-5235-4ABB-8ECB-CA6F5351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Workshop 3 ชั่วโมง: ทำจาก RC ของทีมตัวเอง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1F8A2-17DB-406A-B52F-DB153318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EAFFC-1F0D-4F23-BE0C-AAB53887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252E9-E186-4F89-8ED0-EBBF0405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1. Trace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32D34-0F43-4218-8E8B-AC5DA51B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943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RC มี E/N รองรับหรือไม่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A467C-4885-4394-A4BF-801D9A0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D70B8-1209-4868-A7C4-54AC6755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2. Card 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84F85-1B4A-42A6-9285-248A915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943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แยก Functional/NFR/BR/Constraint/Issue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CD985-CDCD-406A-AC0D-CD8CB84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086E8-EE2B-4720-9E1E-F552A102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3. Prioritize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C775-9C17-4FFD-B2A5-D2DF8FF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1943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MoSCoW + rationale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53806-1EE5-43C9-B90C-74421DB3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BE0D2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3A03D-73BC-48C2-B0C1-75B296E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4.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D98EC-7DA9-410A-885B-23E112BA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943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กรอก docs/05-requirement-backlog.md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1D0DC-B5BC-4CA9-BD37-63C1805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D9F6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8F5C8-A32C-412D-BAD0-ED35D55C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3241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5.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48E4D-F522-4315-9063-CA415BD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914650"/>
            <a:ext cx="1943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Peer review + submission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4AF3C-4B17-4E00-A65E-7278E3F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1276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Checkpoint สำคัญ: ถ้าไม่รู้ อย่าเดา ให้เขียน Open Question / Issue / Hold</a:t>
            </a:r>
          </a:p>
        </p:txBody>
      </p:sp>
    </p:spTree>
    <p:extLst>
      <p:ext uri="{BB962C8B-B14F-4D97-AF65-F5344CB8AC3E}">
        <p14:creationId xmlns:p14="http://schemas.microsoft.com/office/powerpoint/2010/main" val="1352075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B82C5-662F-4CFA-835E-92C09B21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ก่อนจบ Week05 ต้องมีของที่ Week06 ใช้ต่อได้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A774-E3B9-4367-8046-B0CBCAE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26173"/>
                </a:solidFill>
                <a:latin typeface="Noto Sans Thai"/>
                <a:ea typeface="Noto Sans Thai"/>
                <a:cs typeface="Noto Sans Thai"/>
              </a:rPr>
              <a:t>ENGSE206 Week05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656C9-AB44-40DC-81FA-92911E2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F05D8-3AB9-47A9-B312-E2F45AD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383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Submit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CEB47-D7D8-484E-8744-0D3DF3B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3467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docs/05-requirement-backlog.md</a:t>
            </a:r>
          </a:p>
          <a:p xmlns:a="http://schemas.openxmlformats.org/drawingml/2006/main">
            <a:pPr algn="ctr">
              <a:def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submissions/week-05-submission.md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99BA5-6742-4BBA-BEC4-06B4F73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3F1D9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C8406-8E98-4548-A3A7-F6FF30C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383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Ready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20165-F749-49C6-8E21-0C637A3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3467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มี trace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type ชัด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priority มี rationale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99DDC-89C8-4D87-BA39-013DFF63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C7"/>
          </a:solidFill>
          <a:ln xmlns:a="http://schemas.openxmlformats.org/drawingml/2006/main" w="19050">
            <a:solidFill>
              <a:srgbClr val="5A7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3C441-7BBF-4F6F-8A1A-52D59425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383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Week06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2652C-6641-4800-90E3-ABD02241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28900"/>
            <a:ext cx="3467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User Story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Use Case</a:t>
            </a:r>
          </a:p>
          <a:p xmlns:a="http://schemas.openxmlformats.org/drawingml/2006/main">
            <a:pPr algn="ctr">
              <a:def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23047"/>
                </a:solidFill>
                <a:latin typeface="Noto Sans Thai"/>
                <a:ea typeface="Noto Sans Thai"/>
                <a:cs typeface="Noto Sans Thai"/>
              </a:rPr>
              <a:t>Acceptance 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E9DAB-BD31-4781-8C76-525AE44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81625"/>
            <a:ext cx="1228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0E6F76"/>
                </a:solidFill>
                <a:latin typeface="Noto Sans Thai"/>
                <a:ea typeface="Noto Sans Thai"/>
                <a:cs typeface="Noto Sans Thai"/>
              </a:rPr>
              <a:t>งานวันนี้คือทำให้ Requirement Candidate กลายเป็น Backlog v0.1 ที่เชื่อถือได้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AB599-A325-4BF9-8244-7EBBF8F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15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73B63"/>
                </a:solidFill>
                <a:latin typeface="Noto Sans Thai"/>
                <a:ea typeface="Noto Sans Thai"/>
                <a:cs typeface="Noto Sans Thai"/>
              </a:rPr>
              <a:t>ถ้ายังไม่มีหลักฐาน ให้บันทึกเป็น issue ไม่ใช่ requirement</a:t>
            </a:r>
          </a:p>
        </p:txBody>
      </p:sp>
    </p:spTree>
    <p:extLst>
      <p:ext uri="{BB962C8B-B14F-4D97-AF65-F5344CB8AC3E}">
        <p14:creationId xmlns:p14="http://schemas.microsoft.com/office/powerpoint/2010/main" val="765329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2026-08-11T01:56:10.7170000Z</dcterms:created>
  <dcterms:modified xsi:type="dcterms:W3CDTF">2026-08-11T01:56:10.7170000Z</dcterms:modified>
</coreProperties>
</file>